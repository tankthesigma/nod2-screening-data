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2011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297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Guided Discovery and FEP Validation of NOD2 Binders for the R702W Crohn's Variant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297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Tanmay Vasudeva</a:t>
            </a:r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  •  R702W Patient  •  Texas Virtual Academy at Hallsville  •  East Texas Regional Science Fair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630400" y="1691640"/>
            <a:ext cx="14630400" cy="5486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286000"/>
            <a:ext cx="14142720" cy="54864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86000"/>
            <a:ext cx="1414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14142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1386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[Crohn's disease • 3M+ Americans • NOD2 mutations increase risk 3-fold • R702W in ~15% of patients]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7223760"/>
            <a:ext cx="14142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731520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7726680"/>
            <a:ext cx="1386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R702W carrier myself, I understand the challenges when treatments designed for wild-type NOD2 fail to work for us."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0561320"/>
            <a:ext cx="14142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065276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11064240"/>
            <a:ext cx="1386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computational methods identify compounds that bind NOD2 with preserved affinity in BOTH wild-type AND R702W variants?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13898880"/>
            <a:ext cx="14142720" cy="1865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399032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Structure &amp; Pathway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14447520"/>
            <a:ext cx="13868400" cy="18013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NOD2 CONTENT HERE]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874240" y="2286000"/>
            <a:ext cx="14142720" cy="5486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1" name="Text 19"/>
          <p:cNvSpPr/>
          <p:nvPr/>
        </p:nvSpPr>
        <p:spPr>
          <a:xfrm>
            <a:off x="14874240" y="2286000"/>
            <a:ext cx="1414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&amp; METHODS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4874240" y="2971800"/>
            <a:ext cx="14142720" cy="2958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11400" y="306324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Pipeline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011400" y="3520440"/>
            <a:ext cx="13868400" cy="28940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METHODS CONTENT HERE]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382720" y="2286000"/>
            <a:ext cx="14142720" cy="5486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29382720" y="2286000"/>
            <a:ext cx="1414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CONCLUSIONS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29382720" y="2971800"/>
            <a:ext cx="14142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19880" y="306324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Compounds Identified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9519880" y="3520440"/>
            <a:ext cx="13868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[Febuxostat vs Bufadienolide]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382720" y="6309360"/>
            <a:ext cx="14142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519880" y="640080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Results: Mutation Effect on Binding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9519880" y="6858000"/>
            <a:ext cx="13868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[FEP Chart]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9382720" y="10561320"/>
            <a:ext cx="14142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519880" y="1065276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Validation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9519880" y="11109960"/>
            <a:ext cx="13868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[ROC + PR Curves]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9382720" y="14356080"/>
            <a:ext cx="14142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519880" y="1444752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Dynamics: WT vs R702W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9519880" y="14904720"/>
            <a:ext cx="13868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[RMSD + Conformational]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382720" y="17693640"/>
            <a:ext cx="14142720" cy="148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519880" y="1778508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9519880" y="18196560"/>
            <a:ext cx="13868400" cy="1440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Mutation-agnostic NOD2 therapeutics ARE achievable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Bufadienolide shows mutation-resistant binding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R702W causes allosteric rigidity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Future: SPR, ITC, HDX-MS validation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2026-01-31T00:54:30Z</dcterms:created>
  <dcterms:modified xsi:type="dcterms:W3CDTF">2026-01-31T00:54:30Z</dcterms:modified>
</cp:coreProperties>
</file>